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292608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 ·  MR23-1CS0436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Experiments 4 &amp; 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with Tool Use  —  Multi-Agent SDR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2519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920240" y="42793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with Tool Use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4709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ReAct-based agent using database tools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0" y="411480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42519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C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858000" y="42793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SDR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4709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generation, qualification &amp; emailing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Laboratory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Agent with Tool Use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ReAct-based agent using database tools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EAF3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an autonomous agent that reasons over a natural-language question, decides which database tool to invoke, executes SQL against a live database, and returns a grounded, verifiable answer using the ReAct (Reason + Act) pattern.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loop: Thought → Action → Observation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Tool/function calling for schema lookup &amp; SQL execution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 — no hallucinated table/column names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self-correction on query errors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EXPOSED TO THE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5603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list_tables()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87121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table names in the database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6520" y="34015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get_schema(table)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7124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column names &amp; types for a table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6520" y="424281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run_query(sql)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4553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 read-only SQL query, returns rows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50840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explain_error(err)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5394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 SQL error to guide self-correction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· Experiment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Agent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331720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724912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region had the highest sales in Q2?”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2624328"/>
            <a:ext cx="292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21945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008376" y="2331720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08376" y="2724912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 about what info is needed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64608" y="2624328"/>
            <a:ext cx="292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57216" y="21945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266944" y="2331720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66944" y="2724912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tool: get_schema() or run_query()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23176" y="2624328"/>
            <a:ext cx="292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15784" y="21945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525512" y="2331720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25512" y="2724912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fed back into context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81744" y="2624328"/>
            <a:ext cx="292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74352" y="21945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5FC9C0"/>
          </a:solidFill>
          <a:ln/>
        </p:spPr>
      </p:sp>
      <p:sp>
        <p:nvSpPr>
          <p:cNvPr id="21" name="Text 19"/>
          <p:cNvSpPr/>
          <p:nvPr/>
        </p:nvSpPr>
        <p:spPr>
          <a:xfrm>
            <a:off x="9784080" y="2331720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84080" y="2724912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grounded response with SQL evidence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08960" y="4069080"/>
            <a:ext cx="5943600" cy="502920"/>
          </a:xfrm>
          <a:prstGeom prst="roundRect">
            <a:avLst>
              <a:gd name="adj" fmla="val 50909"/>
            </a:avLst>
          </a:prstGeom>
          <a:solidFill>
            <a:srgbClr val="EAF3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4069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 (Thought → Action → Observation) until the agent has enough evidence to answer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937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19379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writes raw SQL blindly — it first inspects the schema via tools, keeping generated queries grounded in the actual database structure and reducing hallucinated columns/tables.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· Experiment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Snapshot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572000"/>
          </a:xfrm>
          <a:prstGeom prst="roundRect">
            <a:avLst>
              <a:gd name="adj" fmla="val 1600"/>
            </a:avLst>
          </a:prstGeom>
          <a:solidFill>
            <a:srgbClr val="10162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= sqlite3.connect('sales.db')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"list_tables", "description": "List all tables"},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"get_schema", "description": "Get schema for a table"},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"run_query",  "description": "Execute a SELECT query"},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react_agent(question, max_steps=6):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[{"role": "user", "content": question}]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step in range(max_steps):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 = client.chat.completions.create(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model="gpt-4", messages=messages, tools=tools)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 = resp.choices[0].message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msg.tool_calls: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call in msg.tool_calls: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result = execute_tool(call.name, call.args, conn)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messages.append(tool_result(call.id, result))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msg.content   # final grounded answer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· Experiment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Run &amp;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4480560"/>
          </a:xfrm>
          <a:prstGeom prst="roundRect">
            <a:avLst>
              <a:gd name="adj" fmla="val 2041"/>
            </a:avLst>
          </a:prstGeom>
          <a:solidFill>
            <a:srgbClr val="1016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 </a:t>
            </a:r>
            <a:pPr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“Which region had the highest sales in Q2 2025?”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61518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 </a:t>
            </a:r>
            <a:pPr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need the schema of the sales table first.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03580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 </a:t>
            </a:r>
            <a:pPr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get_schema("sales")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45643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 </a:t>
            </a:r>
            <a:pPr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region, quarter, revenue, units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87705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 </a:t>
            </a:r>
            <a:pPr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I can query revenue grouped by region for Q2.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429768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 </a:t>
            </a:r>
            <a:pPr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run_query("SELECT region, SUM(revenue)...")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71830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 </a:t>
            </a:r>
            <a:pPr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[('West', 482300), ('East', 397100), ...]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513892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 </a:t>
            </a:r>
            <a:pPr indent="0" marL="0">
              <a:buNone/>
            </a:pPr>
            <a:r>
              <a:rPr lang="en-US" sz="1050" dirty="0">
                <a:solidFill>
                  <a:srgbClr val="EA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West region had the highest Q2 sales at $482,300.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69480" y="1600200"/>
            <a:ext cx="4343400" cy="2011680"/>
          </a:xfrm>
          <a:prstGeom prst="roundRect">
            <a:avLst>
              <a:gd name="adj" fmla="val 4545"/>
            </a:avLst>
          </a:prstGeom>
          <a:solidFill>
            <a:srgbClr val="EAF3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057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543800" y="27889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region, Q2 2025 — $482,300 in revenue, derived from a live SQL query the agent generated itself.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3794760"/>
            <a:ext cx="434340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4297680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table &amp; columns identified without prior hints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SQL syntax errors across 20 test questions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Self-corrected 3/20 queries after an observed error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2.4 tool calls per question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· Experiment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SDR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agents for lead generation, qualification, and emailing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EAF3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cooperative multi-agent system that automates the Sales Development Representative (SDR) workflow end-to-end: sourcing candidate leads, scoring/qualifying them against an ideal-customer profile, and drafting personalized outreach emails — with a supervisor coordinating handoffs between specialist agents.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needs a different skill &amp; tool set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are easier to prompt, test, and evaluate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enables retries and quality gates between stages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5603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Sourcing Agent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87121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candidate companies/contacts matching ICP criteria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6520" y="34015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Agent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7124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lead (firmographics, intent signals) and ranks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6520" y="424281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Drafting Agent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4553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personalized outreach email per qualified lead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50840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5394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work, checks quality, decides next step or stop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· Experiment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Supervisor-Coordinated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80560" y="160020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1993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work · quality gate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306324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Sourcing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611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scrape tools → candidate list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377440"/>
            <a:ext cx="0" cy="685800"/>
          </a:xfrm>
          <a:prstGeom prst="line">
            <a:avLst/>
          </a:prstGeom>
          <a:noFill/>
          <a:ln w="19050">
            <a:solidFill>
              <a:srgbClr val="5B6B7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434840" y="306324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 → ranked leads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377440"/>
            <a:ext cx="0" cy="685800"/>
          </a:xfrm>
          <a:prstGeom prst="line">
            <a:avLst/>
          </a:prstGeom>
          <a:noFill/>
          <a:ln w="19050">
            <a:solidFill>
              <a:srgbClr val="5B6B7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092440" y="306324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3D8FA6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3611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+ personalization → drafts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38360" y="2377440"/>
            <a:ext cx="0" cy="685800"/>
          </a:xfrm>
          <a:prstGeom prst="line">
            <a:avLst/>
          </a:prstGeom>
          <a:noFill/>
          <a:ln w="19050">
            <a:solidFill>
              <a:srgbClr val="5B6B7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069080" y="3474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26680" y="3474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AF3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64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LOGIC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13892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passes state between agents in sequence, but can loop back — e.g. sending a low-quality lead list back to Sourcing, or a weak email draft back to Drafting — before allowing the pipeline to advance to the next stage.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· Experiment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Snapshot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572000"/>
          </a:xfrm>
          <a:prstGeom prst="roundRect">
            <a:avLst>
              <a:gd name="adj" fmla="val 1600"/>
            </a:avLst>
          </a:prstGeom>
          <a:solidFill>
            <a:srgbClr val="10162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Lead(TypedDict):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company: str; contact: str; score: float; email_draft: str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sourcing_agent(icp: str) -&gt; list[Lead]: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web_search_tool(f"companies matching {icp}")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[Lead(company=r.name, contact=r.contact,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score=0.0, email_draft="") for r in results]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qualification_agent(leads: list[Lead]) -&gt; list[Lead]: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lead in leads: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lead["score"] = score_against_icp(lead)   # LLM rubric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sorted(leads, key=lambda l: -l["score"])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email_agent(lead: Lead) -&gt; Lead: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lead["email_draft"] = llm_write_email(lead)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lead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supervisor(icp: str):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leads = sourcing_agent(icp)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qualified = [l for l in qualification_agent(leads)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if l["score"] &gt;= 0.7]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6E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[email_agent(l) for l in qualified]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· Experiment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Run &amp;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EAF3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sourced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EAF3F6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7373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25196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(score ≥ 0.7)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EAF3F6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7373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95528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drafted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1064240" cy="2788920"/>
          </a:xfrm>
          <a:prstGeom prst="roundRect">
            <a:avLst>
              <a:gd name="adj" fmla="val 3279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QUALIFIED LEAD &amp; DRAFTED EMAIL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8404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Company: </a:t>
            </a:r>
            <a:pPr indent="0" marL="0">
              <a:buNone/>
            </a:pPr>
            <a:r>
              <a:rPr lang="en-US" sz="1200" dirty="0">
                <a:solidFill>
                  <a:srgbClr val="EA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Northwind Analytics   </a:t>
            </a:r>
            <a:pPr indent="0" marL="0">
              <a:buNone/>
            </a:pPr>
            <a:r>
              <a:rPr lang="en-US" sz="1200" b="1" dirty="0">
                <a:solidFill>
                  <a:srgbClr val="5FC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</a:t>
            </a:r>
            <a:pPr indent="0" marL="0">
              <a:buNone/>
            </a:pPr>
            <a:r>
              <a:rPr lang="en-US" sz="1200" dirty="0">
                <a:solidFill>
                  <a:srgbClr val="EA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251960"/>
            <a:ext cx="10332720" cy="1691640"/>
          </a:xfrm>
          <a:prstGeom prst="roundRect">
            <a:avLst>
              <a:gd name="adj" fmla="val 4324"/>
            </a:avLst>
          </a:prstGeom>
          <a:solidFill>
            <a:srgbClr val="1016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3891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Cutting data-prep time for Northwind's analytics team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Priya — noticed Northwind Analytics recently expanded its data engineering team. Teams at similar scale often lose days to manual data prep; we help automate that pipeline. Worth a 15-min chat?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· Experiment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These Two Experiments Demonstrate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212080" cy="3017520"/>
          </a:xfrm>
          <a:prstGeom prst="roundRect">
            <a:avLst>
              <a:gd name="adj" fmla="val 303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Reasoning (Exp 4)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 grounds answers in real tool output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chooses actions, not a fixed script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from observed errors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212080" cy="3017520"/>
          </a:xfrm>
          <a:prstGeom prst="roundRect">
            <a:avLst>
              <a:gd name="adj" fmla="val 303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240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Collaboration (Exp 5)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per pipeline stage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coordinates hand-offs &amp; quality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Composable, testable, end-to-end automation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5349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span the course arc from Unit II (agent design) to Unit IV (multi-agent systems).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2026-08-11T08:13:26Z</dcterms:created>
  <dcterms:modified xsi:type="dcterms:W3CDTF">2026-08-11T08:13:26Z</dcterms:modified>
</cp:coreProperties>
</file>